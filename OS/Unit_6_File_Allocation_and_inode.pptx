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6DFC63-F0A2-46B5-9AC4-F9EAF1209307}" v="11" dt="2025-12-05T13:15:43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sheed Ahmad Bhat" userId="232bc352-bcff-4a75-8c0b-1fe79367188f" providerId="ADAL" clId="{42F10341-435F-4CEC-8E61-EB0C81DB13B6}"/>
    <pc:docChg chg="undo custSel addSld modSld">
      <pc:chgData name="Khursheed Ahmad Bhat" userId="232bc352-bcff-4a75-8c0b-1fe79367188f" providerId="ADAL" clId="{42F10341-435F-4CEC-8E61-EB0C81DB13B6}" dt="2025-12-05T13:18:53.428" v="579" actId="1076"/>
      <pc:docMkLst>
        <pc:docMk/>
      </pc:docMkLst>
      <pc:sldChg chg="addSp modSp mod">
        <pc:chgData name="Khursheed Ahmad Bhat" userId="232bc352-bcff-4a75-8c0b-1fe79367188f" providerId="ADAL" clId="{42F10341-435F-4CEC-8E61-EB0C81DB13B6}" dt="2025-12-05T13:15:33.971" v="384" actId="1076"/>
        <pc:sldMkLst>
          <pc:docMk/>
          <pc:sldMk cId="1938014991" sldId="257"/>
        </pc:sldMkLst>
        <pc:spChg chg="add mod">
          <ac:chgData name="Khursheed Ahmad Bhat" userId="232bc352-bcff-4a75-8c0b-1fe79367188f" providerId="ADAL" clId="{42F10341-435F-4CEC-8E61-EB0C81DB13B6}" dt="2025-12-05T13:15:33.971" v="384" actId="1076"/>
          <ac:spMkLst>
            <pc:docMk/>
            <pc:sldMk cId="1938014991" sldId="257"/>
            <ac:spMk id="3" creationId="{CF98F69C-6E81-EF39-E8CE-03FF0CF9C528}"/>
          </ac:spMkLst>
        </pc:spChg>
      </pc:sldChg>
      <pc:sldChg chg="addSp delSp modSp new mod">
        <pc:chgData name="Khursheed Ahmad Bhat" userId="232bc352-bcff-4a75-8c0b-1fe79367188f" providerId="ADAL" clId="{42F10341-435F-4CEC-8E61-EB0C81DB13B6}" dt="2025-12-05T13:15:39.826" v="385"/>
        <pc:sldMkLst>
          <pc:docMk/>
          <pc:sldMk cId="29204573" sldId="258"/>
        </pc:sldMkLst>
        <pc:spChg chg="mod">
          <ac:chgData name="Khursheed Ahmad Bhat" userId="232bc352-bcff-4a75-8c0b-1fe79367188f" providerId="ADAL" clId="{42F10341-435F-4CEC-8E61-EB0C81DB13B6}" dt="2025-12-03T07:31:27.056" v="45" actId="20577"/>
          <ac:spMkLst>
            <pc:docMk/>
            <pc:sldMk cId="29204573" sldId="258"/>
            <ac:spMk id="2" creationId="{E4D2B7CD-8430-A7BF-8898-92EBE815D963}"/>
          </ac:spMkLst>
        </pc:spChg>
        <pc:spChg chg="add mod">
          <ac:chgData name="Khursheed Ahmad Bhat" userId="232bc352-bcff-4a75-8c0b-1fe79367188f" providerId="ADAL" clId="{42F10341-435F-4CEC-8E61-EB0C81DB13B6}" dt="2025-12-05T13:15:39.826" v="385"/>
          <ac:spMkLst>
            <pc:docMk/>
            <pc:sldMk cId="29204573" sldId="258"/>
            <ac:spMk id="3" creationId="{2568CDB7-0AB8-4567-3988-BE83F25B6C30}"/>
          </ac:spMkLst>
        </pc:spChg>
        <pc:spChg chg="add mod">
          <ac:chgData name="Khursheed Ahmad Bhat" userId="232bc352-bcff-4a75-8c0b-1fe79367188f" providerId="ADAL" clId="{42F10341-435F-4CEC-8E61-EB0C81DB13B6}" dt="2025-12-03T07:32:15.774" v="57" actId="14100"/>
          <ac:spMkLst>
            <pc:docMk/>
            <pc:sldMk cId="29204573" sldId="258"/>
            <ac:spMk id="6" creationId="{DFB4EE6F-4C81-F783-854A-D921502A37E3}"/>
          </ac:spMkLst>
        </pc:spChg>
        <pc:picChg chg="add mod">
          <ac:chgData name="Khursheed Ahmad Bhat" userId="232bc352-bcff-4a75-8c0b-1fe79367188f" providerId="ADAL" clId="{42F10341-435F-4CEC-8E61-EB0C81DB13B6}" dt="2025-12-03T07:31:48.951" v="48" actId="14100"/>
          <ac:picMkLst>
            <pc:docMk/>
            <pc:sldMk cId="29204573" sldId="258"/>
            <ac:picMk id="4" creationId="{F3FF460E-75B6-579A-FF92-A9DB3FCCDD36}"/>
          </ac:picMkLst>
        </pc:picChg>
      </pc:sldChg>
      <pc:sldChg chg="addSp delSp modSp new mod">
        <pc:chgData name="Khursheed Ahmad Bhat" userId="232bc352-bcff-4a75-8c0b-1fe79367188f" providerId="ADAL" clId="{42F10341-435F-4CEC-8E61-EB0C81DB13B6}" dt="2025-12-05T13:15:43.442" v="386"/>
        <pc:sldMkLst>
          <pc:docMk/>
          <pc:sldMk cId="3591052941" sldId="259"/>
        </pc:sldMkLst>
        <pc:spChg chg="mod">
          <ac:chgData name="Khursheed Ahmad Bhat" userId="232bc352-bcff-4a75-8c0b-1fe79367188f" providerId="ADAL" clId="{42F10341-435F-4CEC-8E61-EB0C81DB13B6}" dt="2025-12-03T07:35:55.781" v="132" actId="20577"/>
          <ac:spMkLst>
            <pc:docMk/>
            <pc:sldMk cId="3591052941" sldId="259"/>
            <ac:spMk id="2" creationId="{23D48B3E-D853-CFDF-029C-A72D3B42D8EB}"/>
          </ac:spMkLst>
        </pc:spChg>
        <pc:spChg chg="add mod">
          <ac:chgData name="Khursheed Ahmad Bhat" userId="232bc352-bcff-4a75-8c0b-1fe79367188f" providerId="ADAL" clId="{42F10341-435F-4CEC-8E61-EB0C81DB13B6}" dt="2025-12-05T13:15:43.442" v="386"/>
          <ac:spMkLst>
            <pc:docMk/>
            <pc:sldMk cId="3591052941" sldId="259"/>
            <ac:spMk id="3" creationId="{CF466700-0C67-8486-2B60-9186D783DCE8}"/>
          </ac:spMkLst>
        </pc:spChg>
        <pc:picChg chg="add mod">
          <ac:chgData name="Khursheed Ahmad Bhat" userId="232bc352-bcff-4a75-8c0b-1fe79367188f" providerId="ADAL" clId="{42F10341-435F-4CEC-8E61-EB0C81DB13B6}" dt="2025-12-03T07:34:21.006" v="113" actId="1076"/>
          <ac:picMkLst>
            <pc:docMk/>
            <pc:sldMk cId="3591052941" sldId="259"/>
            <ac:picMk id="4" creationId="{853EC6CC-2891-228C-7173-96206A841E48}"/>
          </ac:picMkLst>
        </pc:picChg>
      </pc:sldChg>
      <pc:sldChg chg="addSp delSp modSp new mod">
        <pc:chgData name="Khursheed Ahmad Bhat" userId="232bc352-bcff-4a75-8c0b-1fe79367188f" providerId="ADAL" clId="{42F10341-435F-4CEC-8E61-EB0C81DB13B6}" dt="2025-12-05T13:18:53.428" v="579" actId="1076"/>
        <pc:sldMkLst>
          <pc:docMk/>
          <pc:sldMk cId="1959336591" sldId="260"/>
        </pc:sldMkLst>
        <pc:spChg chg="mod">
          <ac:chgData name="Khursheed Ahmad Bhat" userId="232bc352-bcff-4a75-8c0b-1fe79367188f" providerId="ADAL" clId="{42F10341-435F-4CEC-8E61-EB0C81DB13B6}" dt="2025-12-05T13:18:46.440" v="576" actId="14100"/>
          <ac:spMkLst>
            <pc:docMk/>
            <pc:sldMk cId="1959336591" sldId="260"/>
            <ac:spMk id="2" creationId="{C1F3BAD1-FE1D-D2C8-6A4F-C0FB860D663B}"/>
          </ac:spMkLst>
        </pc:spChg>
        <pc:spChg chg="del">
          <ac:chgData name="Khursheed Ahmad Bhat" userId="232bc352-bcff-4a75-8c0b-1fe79367188f" providerId="ADAL" clId="{42F10341-435F-4CEC-8E61-EB0C81DB13B6}" dt="2025-12-05T08:07:21.483" v="134" actId="931"/>
          <ac:spMkLst>
            <pc:docMk/>
            <pc:sldMk cId="1959336591" sldId="260"/>
            <ac:spMk id="3" creationId="{ABE8A198-C58D-AC64-F4B3-8ABE80408A83}"/>
          </ac:spMkLst>
        </pc:spChg>
        <pc:spChg chg="add mod">
          <ac:chgData name="Khursheed Ahmad Bhat" userId="232bc352-bcff-4a75-8c0b-1fe79367188f" providerId="ADAL" clId="{42F10341-435F-4CEC-8E61-EB0C81DB13B6}" dt="2025-12-05T13:18:53.428" v="579" actId="1076"/>
          <ac:spMkLst>
            <pc:docMk/>
            <pc:sldMk cId="1959336591" sldId="260"/>
            <ac:spMk id="4" creationId="{20089780-FC1D-10A5-110F-EFA8BFA60DDF}"/>
          </ac:spMkLst>
        </pc:spChg>
        <pc:picChg chg="add mod">
          <ac:chgData name="Khursheed Ahmad Bhat" userId="232bc352-bcff-4a75-8c0b-1fe79367188f" providerId="ADAL" clId="{42F10341-435F-4CEC-8E61-EB0C81DB13B6}" dt="2025-12-05T13:18:48.588" v="577" actId="1076"/>
          <ac:picMkLst>
            <pc:docMk/>
            <pc:sldMk cId="1959336591" sldId="260"/>
            <ac:picMk id="5" creationId="{9F995881-18A8-FFDE-FED7-19D29E31D7A3}"/>
          </ac:picMkLst>
        </pc:picChg>
      </pc:sldChg>
      <pc:sldChg chg="addSp delSp modSp new mod modClrScheme chgLayout">
        <pc:chgData name="Khursheed Ahmad Bhat" userId="232bc352-bcff-4a75-8c0b-1fe79367188f" providerId="ADAL" clId="{42F10341-435F-4CEC-8E61-EB0C81DB13B6}" dt="2025-12-05T13:14:41.599" v="336" actId="207"/>
        <pc:sldMkLst>
          <pc:docMk/>
          <pc:sldMk cId="2761658942" sldId="261"/>
        </pc:sldMkLst>
        <pc:spChg chg="del">
          <ac:chgData name="Khursheed Ahmad Bhat" userId="232bc352-bcff-4a75-8c0b-1fe79367188f" providerId="ADAL" clId="{42F10341-435F-4CEC-8E61-EB0C81DB13B6}" dt="2025-12-05T13:01:52.379" v="152" actId="700"/>
          <ac:spMkLst>
            <pc:docMk/>
            <pc:sldMk cId="2761658942" sldId="261"/>
            <ac:spMk id="2" creationId="{8299F193-0275-871D-AE13-C01F6AD7CDAE}"/>
          </ac:spMkLst>
        </pc:spChg>
        <pc:spChg chg="del">
          <ac:chgData name="Khursheed Ahmad Bhat" userId="232bc352-bcff-4a75-8c0b-1fe79367188f" providerId="ADAL" clId="{42F10341-435F-4CEC-8E61-EB0C81DB13B6}" dt="2025-12-05T13:01:52.379" v="152" actId="700"/>
          <ac:spMkLst>
            <pc:docMk/>
            <pc:sldMk cId="2761658942" sldId="261"/>
            <ac:spMk id="3" creationId="{34E5B6FC-289D-D8AE-C77E-E29543A3B417}"/>
          </ac:spMkLst>
        </pc:spChg>
        <pc:spChg chg="add mod">
          <ac:chgData name="Khursheed Ahmad Bhat" userId="232bc352-bcff-4a75-8c0b-1fe79367188f" providerId="ADAL" clId="{42F10341-435F-4CEC-8E61-EB0C81DB13B6}" dt="2025-12-05T13:03:21.537" v="171" actId="20577"/>
          <ac:spMkLst>
            <pc:docMk/>
            <pc:sldMk cId="2761658942" sldId="261"/>
            <ac:spMk id="5" creationId="{D6DAC116-7298-B578-1567-6A2EF385E590}"/>
          </ac:spMkLst>
        </pc:spChg>
        <pc:spChg chg="add mod">
          <ac:chgData name="Khursheed Ahmad Bhat" userId="232bc352-bcff-4a75-8c0b-1fe79367188f" providerId="ADAL" clId="{42F10341-435F-4CEC-8E61-EB0C81DB13B6}" dt="2025-12-05T13:09:48.587" v="282" actId="113"/>
          <ac:spMkLst>
            <pc:docMk/>
            <pc:sldMk cId="2761658942" sldId="261"/>
            <ac:spMk id="7" creationId="{D8C541A1-276E-5ED1-B600-5EA67D88BDE5}"/>
          </ac:spMkLst>
        </pc:spChg>
        <pc:spChg chg="add mod">
          <ac:chgData name="Khursheed Ahmad Bhat" userId="232bc352-bcff-4a75-8c0b-1fe79367188f" providerId="ADAL" clId="{42F10341-435F-4CEC-8E61-EB0C81DB13B6}" dt="2025-12-05T13:14:41.599" v="336" actId="207"/>
          <ac:spMkLst>
            <pc:docMk/>
            <pc:sldMk cId="2761658942" sldId="261"/>
            <ac:spMk id="9" creationId="{76162B80-E23A-BF17-1CE1-0D458BDF8C0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CFB7-0988-B938-2C0C-52294BDFE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F40EA-99DC-D58C-2744-AF34641CA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B7140-5FD4-9BC9-FDE7-F2547219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4E727-DD1D-4B05-B709-DD30F29D88C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28EBF-2081-3010-79E2-67F95FCE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A4895-5FAC-DE35-179E-A6B3FA187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7CAE-9686-4141-ABF8-4A54AFE50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06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2F43-AED2-48BE-539B-0AA81215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1C868-FE44-1B52-0771-6F6D9EF0D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D9D36-515F-4294-8CED-9912399C9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4E727-DD1D-4B05-B709-DD30F29D88C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53875-0DB8-3468-30CE-25E5BCCA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CC6D2-3D8E-CB7D-718C-0CDFDD0E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7CAE-9686-4141-ABF8-4A54AFE50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98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BA7F-66D9-F268-D279-CD02F5003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2FAFD-C0DD-AB61-1228-01AB48094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DFA0C-183A-FBF8-C994-AADBB5B2D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4E727-DD1D-4B05-B709-DD30F29D88C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A4648-B65C-EFB0-B1AB-475103A5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C6DCD-5EC7-CFE5-F2A2-E90DE419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7CAE-9686-4141-ABF8-4A54AFE50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26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B1C2-A5EA-824E-F0A3-802E63E32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A2F98-5B0C-0482-7B87-6767DB640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35595-57AF-7352-7BF8-8A4C5B5EE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40A15-6624-B74A-9360-C3BFAA714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4E727-DD1D-4B05-B709-DD30F29D88C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38C0E-CB48-7450-1B26-DD462F485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DA97B-D19C-55A3-4BDB-D316F4924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7CAE-9686-4141-ABF8-4A54AFE50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3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13616-6535-8D4F-5182-A7B896EA6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0CF31-4022-90F4-8DB0-184EE991A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C619C-959C-B379-A37F-20372B120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FB47D-D6E5-374D-21C6-86F346984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B25DEC-3929-C34C-F269-1FDB7D0F9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FF0C0A-175F-1279-5B54-E502BE98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4E727-DD1D-4B05-B709-DD30F29D88C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B35660-2381-0E13-A4B7-31F20EAE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DEE13D-66B0-4683-1243-610BF3ABE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7CAE-9686-4141-ABF8-4A54AFE50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0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5396-6C56-BD88-D3A1-92DDABBF5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490C0A-51EF-6127-E15D-B7D5A2CB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4E727-DD1D-4B05-B709-DD30F29D88C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756C0-B9B0-1561-D5AC-F34376EB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0BD4E-5A6F-097E-39DF-37C4606D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7CAE-9686-4141-ABF8-4A54AFE50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56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055D52-90BF-3135-2F8F-17C85836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4E727-DD1D-4B05-B709-DD30F29D88C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A1F1A-021B-5A8F-AF74-88F020DEB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AEC63-7395-099C-DEB0-6529F7BE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7CAE-9686-4141-ABF8-4A54AFE50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1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88C9A-060B-871B-EABE-E1954C957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7FBA-7CEA-8116-5A72-21B18A19B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E57A3-5D30-0CA8-B43B-3D7619F9A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BE662-D8C2-CCE6-D0A2-F496DEF3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4E727-DD1D-4B05-B709-DD30F29D88C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F9D05-7F1D-C01D-F547-ABEEE8D54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CE490-D59A-8939-0ED8-9EF88AD74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7CAE-9686-4141-ABF8-4A54AFE50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1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2B34F-E62E-67F2-C68F-5862FDC8D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A85CFF-BE14-80DD-BF86-6167750B4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90574-47F8-CF05-BCBB-100A79E0B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A03DD-69B4-2DB0-EFC4-5A451F31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4E727-DD1D-4B05-B709-DD30F29D88C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BBC1A-F03D-8225-44C8-2EABE3F73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4E756-8CEB-B19C-C33B-1B3B352F6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7CAE-9686-4141-ABF8-4A54AFE50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8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B63BA-3B0C-DF34-3E13-B9936083F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B44F8-9068-934E-14D5-B2B118E48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8E462-A608-6205-42D1-558B12CE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4E727-DD1D-4B05-B709-DD30F29D88C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DAEE8-549E-027D-E659-20A320CF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F080E-6EF3-4481-3D63-614DE7FD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7CAE-9686-4141-ABF8-4A54AFE50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94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C27D7D-4156-D403-8EB7-40898EC9E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B34F3-8A36-77F9-4BF8-5367C6CDD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A9EBC-D849-301E-8C0B-26A5FBE64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4E727-DD1D-4B05-B709-DD30F29D88C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F2A32-F545-8EA6-5A32-B5723CA71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3C36A-E574-4443-3795-DC101821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7CAE-9686-4141-ABF8-4A54AFE50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5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7B99FB-DB10-1257-52DE-23ED3FC80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06CFF-CE10-F990-3FC6-86EC6DECA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BC6AB-89B7-4CB9-F2EE-3FD8904ED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4E727-DD1D-4B05-B709-DD30F29D88C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29566-BC05-28BA-CBB3-C6A56CB1C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A856E-7387-C3AD-63BB-0B1738317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B7CAE-9686-4141-ABF8-4A54AFE50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9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ateoverflow.in/20557/elaborate-unix-inod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E01AEB-E634-7959-622D-1BC1597C1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Allocation Methods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FD6DE3-2F26-7A97-8FD1-38B5DD240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Contiguous </a:t>
            </a:r>
          </a:p>
          <a:p>
            <a:r>
              <a:rPr lang="en-US" dirty="0"/>
              <a:t>Non-contiguous</a:t>
            </a:r>
          </a:p>
        </p:txBody>
      </p:sp>
    </p:spTree>
    <p:extLst>
      <p:ext uri="{BB962C8B-B14F-4D97-AF65-F5344CB8AC3E}">
        <p14:creationId xmlns:p14="http://schemas.microsoft.com/office/powerpoint/2010/main" val="196678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68A91-E38F-CB9D-90C3-EF2A5F32C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Contiguous Allocation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DABDB83-611F-9312-F5D0-9B89D3BC27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67" y="1761891"/>
            <a:ext cx="4458594" cy="4476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98F69C-6E81-EF39-E8CE-03FF0CF9C528}"/>
              </a:ext>
            </a:extLst>
          </p:cNvPr>
          <p:cNvSpPr txBox="1"/>
          <p:nvPr/>
        </p:nvSpPr>
        <p:spPr>
          <a:xfrm>
            <a:off x="6355829" y="1761891"/>
            <a:ext cx="44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Advantages and Disadvantages?</a:t>
            </a:r>
          </a:p>
        </p:txBody>
      </p:sp>
    </p:spTree>
    <p:extLst>
      <p:ext uri="{BB962C8B-B14F-4D97-AF65-F5344CB8AC3E}">
        <p14:creationId xmlns:p14="http://schemas.microsoft.com/office/powerpoint/2010/main" val="1938014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B7CD-8430-A7BF-8898-92EBE815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Non-Contiguous (Linked Allocation)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3FF460E-75B6-579A-FF92-A9DB3FCCDD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804" y="2162556"/>
            <a:ext cx="4133812" cy="4288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B4EE6F-4C81-F783-854A-D921502A37E3}"/>
              </a:ext>
            </a:extLst>
          </p:cNvPr>
          <p:cNvSpPr txBox="1"/>
          <p:nvPr/>
        </p:nvSpPr>
        <p:spPr>
          <a:xfrm>
            <a:off x="838200" y="1506022"/>
            <a:ext cx="245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Scheme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8CDB7-0AB8-4567-3988-BE83F25B6C30}"/>
              </a:ext>
            </a:extLst>
          </p:cNvPr>
          <p:cNvSpPr txBox="1"/>
          <p:nvPr/>
        </p:nvSpPr>
        <p:spPr>
          <a:xfrm>
            <a:off x="6355829" y="1761891"/>
            <a:ext cx="44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Advantages and Disadvantages?</a:t>
            </a:r>
          </a:p>
        </p:txBody>
      </p:sp>
    </p:spTree>
    <p:extLst>
      <p:ext uri="{BB962C8B-B14F-4D97-AF65-F5344CB8AC3E}">
        <p14:creationId xmlns:p14="http://schemas.microsoft.com/office/powerpoint/2010/main" val="29204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8B3E-D853-CFDF-029C-A72D3B42D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Indexed Allocation (Contiguous </a:t>
            </a:r>
            <a:r>
              <a:rPr lang="en-US"/>
              <a:t>+ non-Contiguous {linked})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3EC6CC-2891-228C-7173-96206A841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764" y="1825625"/>
            <a:ext cx="5071108" cy="4445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466700-0C67-8486-2B60-9186D783DCE8}"/>
              </a:ext>
            </a:extLst>
          </p:cNvPr>
          <p:cNvSpPr txBox="1"/>
          <p:nvPr/>
        </p:nvSpPr>
        <p:spPr>
          <a:xfrm>
            <a:off x="6355829" y="1761891"/>
            <a:ext cx="44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Advantages and Disadvantages?</a:t>
            </a:r>
          </a:p>
        </p:txBody>
      </p:sp>
    </p:spTree>
    <p:extLst>
      <p:ext uri="{BB962C8B-B14F-4D97-AF65-F5344CB8AC3E}">
        <p14:creationId xmlns:p14="http://schemas.microsoft.com/office/powerpoint/2010/main" val="3591052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3BAD1-FE1D-D2C8-6A4F-C0FB860D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12" y="485046"/>
            <a:ext cx="10515600" cy="1103911"/>
          </a:xfrm>
        </p:spPr>
        <p:txBody>
          <a:bodyPr>
            <a:noAutofit/>
          </a:bodyPr>
          <a:lstStyle/>
          <a:p>
            <a:r>
              <a:rPr lang="en-US" sz="2400" b="1" dirty="0"/>
              <a:t>Case study of Unix/Linux {variation of multilevel index or extended allocation}</a:t>
            </a:r>
            <a:br>
              <a:rPr lang="en-US" sz="2400" dirty="0"/>
            </a:br>
            <a:r>
              <a:rPr lang="en-US" sz="2400" dirty="0"/>
              <a:t>Each file is associated with a block of disk known as </a:t>
            </a:r>
            <a:r>
              <a:rPr lang="en-US" sz="2400" dirty="0" err="1"/>
              <a:t>i</a:t>
            </a:r>
            <a:r>
              <a:rPr lang="en-US" sz="2400" dirty="0"/>
              <a:t>-node(index)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5" name="Content Placeholder 4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9F995881-18A8-FFDE-FED7-19D29E31D7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88" y="2331311"/>
            <a:ext cx="5257800" cy="430183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089780-FC1D-10A5-110F-EFA8BFA60DDF}"/>
              </a:ext>
            </a:extLst>
          </p:cNvPr>
          <p:cNvSpPr txBox="1"/>
          <p:nvPr/>
        </p:nvSpPr>
        <p:spPr>
          <a:xfrm>
            <a:off x="693296" y="1775468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Linux </a:t>
            </a:r>
            <a:r>
              <a:rPr lang="en-US" sz="1800" dirty="0" err="1"/>
              <a:t>inode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336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DAC116-7298-B578-1567-6A2EF385E590}"/>
              </a:ext>
            </a:extLst>
          </p:cNvPr>
          <p:cNvSpPr txBox="1"/>
          <p:nvPr/>
        </p:nvSpPr>
        <p:spPr>
          <a:xfrm>
            <a:off x="573374" y="498024"/>
            <a:ext cx="109840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4030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400" b="0" i="0" dirty="0">
                <a:solidFill>
                  <a:srgbClr val="04030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index node (</a:t>
            </a:r>
            <a:r>
              <a:rPr lang="en-US" sz="2400" b="0" i="0" dirty="0" err="1">
                <a:solidFill>
                  <a:srgbClr val="04030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inode</a:t>
            </a:r>
            <a:r>
              <a:rPr lang="en-US" sz="2400" b="0" i="0" dirty="0">
                <a:solidFill>
                  <a:srgbClr val="04030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of a Unix -like file system has </a:t>
            </a:r>
            <a:r>
              <a:rPr lang="en-US" sz="2400" b="1" i="0" dirty="0">
                <a:solidFill>
                  <a:srgbClr val="04030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2400" b="0" i="0" dirty="0">
                <a:solidFill>
                  <a:srgbClr val="04030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i="0" dirty="0">
                <a:solidFill>
                  <a:srgbClr val="04030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direct, one single-indirect and one double-indirect pointers</a:t>
            </a:r>
            <a:r>
              <a:rPr lang="en-US" sz="2400" b="0" i="0" dirty="0">
                <a:solidFill>
                  <a:srgbClr val="04030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 disk block size is  4kB, and the disk block address is 32 bits long. The maximum possible file size is (rounded off to  decimal place) ____ GB?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C541A1-276E-5ED1-B600-5EA67D88BDE5}"/>
              </a:ext>
            </a:extLst>
          </p:cNvPr>
          <p:cNvSpPr txBox="1"/>
          <p:nvPr/>
        </p:nvSpPr>
        <p:spPr>
          <a:xfrm>
            <a:off x="708284" y="2398825"/>
            <a:ext cx="108491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40304"/>
                </a:solidFill>
                <a:effectLst/>
                <a:latin typeface="Roboto" panose="02000000000000000000" pitchFamily="2" charset="0"/>
              </a:rPr>
              <a:t>Sol:</a:t>
            </a:r>
            <a:r>
              <a:rPr lang="en-US" b="0" i="0" dirty="0">
                <a:solidFill>
                  <a:srgbClr val="040304"/>
                </a:solidFill>
                <a:effectLst/>
                <a:latin typeface="Roboto" panose="02000000000000000000" pitchFamily="2" charset="0"/>
              </a:rPr>
              <a:t> Given 12  direct,  1 single indirect,  1 double indirect pointers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40304"/>
                </a:solidFill>
                <a:effectLst/>
                <a:latin typeface="Roboto" panose="02000000000000000000" pitchFamily="2" charset="0"/>
              </a:rPr>
              <a:t>Size of Disk block =4kB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40304"/>
                </a:solidFill>
                <a:effectLst/>
                <a:latin typeface="Roboto" panose="02000000000000000000" pitchFamily="2" charset="0"/>
              </a:rPr>
              <a:t>Disk Block Address =32 bits =4B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40304"/>
                </a:solidFill>
                <a:effectLst/>
                <a:latin typeface="Roboto" panose="02000000000000000000" pitchFamily="2" charset="0"/>
              </a:rPr>
              <a:t>Number of addresses= Size of disk block/address size = 4kB/4B= 2</a:t>
            </a:r>
            <a:r>
              <a:rPr lang="en-US" b="0" i="0" baseline="30000" dirty="0">
                <a:solidFill>
                  <a:srgbClr val="040304"/>
                </a:solidFill>
                <a:effectLst/>
                <a:latin typeface="Roboto" panose="02000000000000000000" pitchFamily="2" charset="0"/>
              </a:rPr>
              <a:t>10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40304"/>
                </a:solidFill>
                <a:effectLst/>
                <a:latin typeface="Roboto" panose="02000000000000000000" pitchFamily="2" charset="0"/>
              </a:rPr>
              <a:t>Maximum possible file size= 12*4kB </a:t>
            </a:r>
            <a:r>
              <a:rPr lang="en-US" dirty="0">
                <a:solidFill>
                  <a:srgbClr val="040304"/>
                </a:solidFill>
                <a:latin typeface="Roboto" panose="02000000000000000000" pitchFamily="2" charset="0"/>
              </a:rPr>
              <a:t>+ 2</a:t>
            </a:r>
            <a:r>
              <a:rPr lang="en-US" baseline="30000" dirty="0">
                <a:solidFill>
                  <a:srgbClr val="040304"/>
                </a:solidFill>
                <a:latin typeface="Roboto" panose="02000000000000000000" pitchFamily="2" charset="0"/>
              </a:rPr>
              <a:t>10 </a:t>
            </a:r>
            <a:r>
              <a:rPr lang="en-US" dirty="0">
                <a:solidFill>
                  <a:srgbClr val="040304"/>
                </a:solidFill>
                <a:latin typeface="Roboto" panose="02000000000000000000" pitchFamily="2" charset="0"/>
              </a:rPr>
              <a:t>*4kB + 2</a:t>
            </a:r>
            <a:r>
              <a:rPr lang="en-US" baseline="30000" dirty="0">
                <a:solidFill>
                  <a:srgbClr val="040304"/>
                </a:solidFill>
                <a:latin typeface="Roboto" panose="02000000000000000000" pitchFamily="2" charset="0"/>
              </a:rPr>
              <a:t>10 </a:t>
            </a:r>
            <a:r>
              <a:rPr lang="en-US" dirty="0">
                <a:solidFill>
                  <a:srgbClr val="040304"/>
                </a:solidFill>
                <a:latin typeface="Roboto" panose="02000000000000000000" pitchFamily="2" charset="0"/>
              </a:rPr>
              <a:t>* 2</a:t>
            </a:r>
            <a:r>
              <a:rPr lang="en-US" baseline="30000" dirty="0">
                <a:solidFill>
                  <a:srgbClr val="040304"/>
                </a:solidFill>
                <a:latin typeface="Roboto" panose="02000000000000000000" pitchFamily="2" charset="0"/>
              </a:rPr>
              <a:t>10 </a:t>
            </a:r>
            <a:r>
              <a:rPr lang="en-US" dirty="0">
                <a:solidFill>
                  <a:srgbClr val="040304"/>
                </a:solidFill>
                <a:latin typeface="Roboto" panose="02000000000000000000" pitchFamily="2" charset="0"/>
              </a:rPr>
              <a:t>*4kB </a:t>
            </a:r>
          </a:p>
          <a:p>
            <a:r>
              <a:rPr lang="en-US" dirty="0">
                <a:solidFill>
                  <a:srgbClr val="040304"/>
                </a:solidFill>
                <a:latin typeface="Roboto" panose="02000000000000000000" pitchFamily="2" charset="0"/>
              </a:rPr>
              <a:t>			</a:t>
            </a:r>
          </a:p>
          <a:p>
            <a:r>
              <a:rPr lang="en-US" dirty="0">
                <a:solidFill>
                  <a:srgbClr val="040304"/>
                </a:solidFill>
                <a:latin typeface="Roboto" panose="02000000000000000000" pitchFamily="2" charset="0"/>
              </a:rPr>
              <a:t>			= 4.00395GB </a:t>
            </a:r>
            <a:r>
              <a:rPr lang="en-US" dirty="0"/>
              <a:t>≈ 4GB</a:t>
            </a:r>
          </a:p>
          <a:p>
            <a:r>
              <a:rPr lang="en-US" dirty="0"/>
              <a:t>Hence  </a:t>
            </a:r>
            <a:r>
              <a:rPr lang="en-US" b="1" dirty="0"/>
              <a:t>4GB</a:t>
            </a:r>
            <a:r>
              <a:rPr lang="en-US" dirty="0"/>
              <a:t> is the correct answer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162B80-E23A-BF17-1CE1-0D458BDF8C0D}"/>
              </a:ext>
            </a:extLst>
          </p:cNvPr>
          <p:cNvSpPr txBox="1"/>
          <p:nvPr/>
        </p:nvSpPr>
        <p:spPr>
          <a:xfrm>
            <a:off x="4713156" y="5738121"/>
            <a:ext cx="70091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For more details, refer to the below link</a:t>
            </a:r>
          </a:p>
          <a:p>
            <a:r>
              <a:rPr lang="en-US" sz="2000" dirty="0">
                <a:hlinkClick r:id="rId2"/>
              </a:rPr>
              <a:t>https://gateoverflow.in/20557/elaborate-unix-inode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61658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231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Roboto</vt:lpstr>
      <vt:lpstr>Times New Roman</vt:lpstr>
      <vt:lpstr>Office Theme</vt:lpstr>
      <vt:lpstr>File Allocation Methods</vt:lpstr>
      <vt:lpstr>Contiguous Allocation</vt:lpstr>
      <vt:lpstr>Non-Contiguous (Linked Allocation)</vt:lpstr>
      <vt:lpstr>Indexed Allocation (Contiguous + non-Contiguous {linked})</vt:lpstr>
      <vt:lpstr>Case study of Unix/Linux {variation of multilevel index or extended allocation} Each file is associated with a block of disk known as i-node(index)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Khursheed Ahmad Bhat</dc:creator>
  <cp:lastModifiedBy>Khursheed Ahmad Bhat</cp:lastModifiedBy>
  <cp:revision>1</cp:revision>
  <dcterms:created xsi:type="dcterms:W3CDTF">2025-12-03T07:25:16Z</dcterms:created>
  <dcterms:modified xsi:type="dcterms:W3CDTF">2025-12-05T13:18:55Z</dcterms:modified>
</cp:coreProperties>
</file>