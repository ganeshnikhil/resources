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407" r:id="rId3"/>
    <p:sldId id="408" r:id="rId4"/>
    <p:sldId id="409" r:id="rId5"/>
    <p:sldId id="410" r:id="rId6"/>
    <p:sldId id="411" r:id="rId7"/>
    <p:sldId id="412" r:id="rId8"/>
    <p:sldId id="413" r:id="rId9"/>
    <p:sldId id="414" r:id="rId10"/>
    <p:sldId id="415" r:id="rId11"/>
    <p:sldId id="416" r:id="rId12"/>
    <p:sldId id="417" r:id="rId13"/>
    <p:sldId id="418" r:id="rId14"/>
    <p:sldId id="419" r:id="rId15"/>
    <p:sldId id="420" r:id="rId16"/>
    <p:sldId id="421" r:id="rId17"/>
    <p:sldId id="422" r:id="rId18"/>
    <p:sldId id="423" r:id="rId19"/>
    <p:sldId id="424" r:id="rId20"/>
    <p:sldId id="425" r:id="rId21"/>
    <p:sldId id="426" r:id="rId22"/>
    <p:sldId id="427" r:id="rId23"/>
    <p:sldId id="428" r:id="rId24"/>
    <p:sldId id="429" r:id="rId25"/>
    <p:sldId id="430" r:id="rId26"/>
    <p:sldId id="431" r:id="rId27"/>
    <p:sldId id="432" r:id="rId28"/>
    <p:sldId id="433" r:id="rId29"/>
    <p:sldId id="434" r:id="rId30"/>
    <p:sldId id="435" r:id="rId31"/>
    <p:sldId id="436" r:id="rId32"/>
    <p:sldId id="438" r:id="rId33"/>
    <p:sldId id="439" r:id="rId34"/>
    <p:sldId id="437" r:id="rId35"/>
    <p:sldId id="440" r:id="rId36"/>
    <p:sldId id="441" r:id="rId37"/>
    <p:sldId id="442" r:id="rId38"/>
    <p:sldId id="443" r:id="rId39"/>
    <p:sldId id="444" r:id="rId40"/>
    <p:sldId id="445" r:id="rId41"/>
    <p:sldId id="446" r:id="rId42"/>
    <p:sldId id="267" r:id="rId43"/>
    <p:sldId id="268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339933"/>
    <a:srgbClr val="FF0066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rsheed Ahmad Bhat" userId="232bc352-bcff-4a75-8c0b-1fe79367188f" providerId="ADAL" clId="{42F10341-435F-4CEC-8E61-EB0C81DB13B6}"/>
    <pc:docChg chg="modSld">
      <pc:chgData name="Khursheed Ahmad Bhat" userId="232bc352-bcff-4a75-8c0b-1fe79367188f" providerId="ADAL" clId="{42F10341-435F-4CEC-8E61-EB0C81DB13B6}" dt="2025-11-28T13:09:37.141" v="3" actId="20577"/>
      <pc:docMkLst>
        <pc:docMk/>
      </pc:docMkLst>
      <pc:sldChg chg="modSp mod">
        <pc:chgData name="Khursheed Ahmad Bhat" userId="232bc352-bcff-4a75-8c0b-1fe79367188f" providerId="ADAL" clId="{42F10341-435F-4CEC-8E61-EB0C81DB13B6}" dt="2025-11-28T13:09:37.141" v="3" actId="20577"/>
        <pc:sldMkLst>
          <pc:docMk/>
          <pc:sldMk cId="0" sldId="256"/>
        </pc:sldMkLst>
        <pc:spChg chg="mod">
          <ac:chgData name="Khursheed Ahmad Bhat" userId="232bc352-bcff-4a75-8c0b-1fe79367188f" providerId="ADAL" clId="{42F10341-435F-4CEC-8E61-EB0C81DB13B6}" dt="2025-11-28T13:09:37.141" v="3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 dirty="0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A1AF446-70E5-4808-A3E6-80A9AEEFC434}" type="datetimeFigureOut">
              <a:rPr lang="en-US" smtClean="0"/>
              <a:pPr/>
              <a:t>11/28/2025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F446-70E5-4808-A3E6-80A9AEEFC434}" type="datetimeFigureOut">
              <a:rPr lang="en-US" smtClean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F446-70E5-4808-A3E6-80A9AEEFC434}" type="datetimeFigureOut">
              <a:rPr lang="en-US" smtClean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dirty="0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F446-70E5-4808-A3E6-80A9AEEFC434}" type="datetimeFigureOut">
              <a:rPr lang="en-US" smtClean="0"/>
              <a:pPr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F446-70E5-4808-A3E6-80A9AEEFC434}" type="datetimeFigureOut">
              <a:rPr lang="en-US" smtClean="0"/>
              <a:pPr/>
              <a:t>11/28/2025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F446-70E5-4808-A3E6-80A9AEEFC434}" type="datetimeFigureOut">
              <a:rPr lang="en-US" smtClean="0"/>
              <a:pPr/>
              <a:t>11/28/2025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F446-70E5-4808-A3E6-80A9AEEFC434}" type="datetimeFigureOut">
              <a:rPr lang="en-US" smtClean="0"/>
              <a:pPr/>
              <a:t>11/28/2025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AA1AF446-70E5-4808-A3E6-80A9AEEFC434}" type="datetimeFigureOut">
              <a:rPr lang="en-US" smtClean="0"/>
              <a:pPr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A1AF446-70E5-4808-A3E6-80A9AEEFC434}" type="datetimeFigureOut">
              <a:rPr lang="en-US" smtClean="0"/>
              <a:pPr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dirty="0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F446-70E5-4808-A3E6-80A9AEEFC434}" type="datetimeFigureOut">
              <a:rPr lang="en-US" smtClean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F446-70E5-4808-A3E6-80A9AEEFC434}" type="datetimeFigureOut">
              <a:rPr lang="en-US" smtClean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AA1AF446-70E5-4808-A3E6-80A9AEEFC434}" type="datetimeFigureOut">
              <a:rPr lang="en-US" smtClean="0"/>
              <a:pPr/>
              <a:t>11/28/2025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8D1D586-0E36-461A-A06B-E82F64A1775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52400"/>
            <a:ext cx="8839200" cy="1066800"/>
          </a:xfrm>
        </p:spPr>
        <p:txBody>
          <a:bodyPr>
            <a:noAutofit/>
          </a:bodyPr>
          <a:lstStyle/>
          <a:p>
            <a:pPr algn="ctr"/>
            <a:r>
              <a:rPr lang="en-GB" sz="4000" dirty="0">
                <a:cs typeface="Microsoft Sans Serif" pitchFamily="34" charset="0"/>
              </a:rPr>
              <a:t>Memory Management</a:t>
            </a:r>
            <a:endParaRPr lang="en-US" sz="4000" dirty="0">
              <a:cs typeface="Microsoft Sans Serif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99" y="1355360"/>
            <a:ext cx="7772400" cy="3276600"/>
          </a:xfrm>
        </p:spPr>
        <p:txBody>
          <a:bodyPr>
            <a:normAutofit/>
          </a:bodyPr>
          <a:lstStyle/>
          <a:p>
            <a:pPr algn="ctr"/>
            <a:r>
              <a:rPr lang="en-GB" sz="2000" b="1" dirty="0">
                <a:latin typeface="Microsoft Sans Serif" pitchFamily="34" charset="0"/>
                <a:cs typeface="Microsoft Sans Serif" pitchFamily="34" charset="0"/>
              </a:rPr>
              <a:t>Presented By</a:t>
            </a:r>
          </a:p>
          <a:p>
            <a:pPr algn="ctr"/>
            <a:r>
              <a:rPr lang="en-GB" sz="2000" b="1">
                <a:latin typeface="Microsoft Sans Serif" pitchFamily="34" charset="0"/>
                <a:cs typeface="Microsoft Sans Serif" pitchFamily="34" charset="0"/>
              </a:rPr>
              <a:t>Dr. Khursheed </a:t>
            </a:r>
            <a:r>
              <a:rPr lang="en-GB" sz="2000" b="1" dirty="0">
                <a:latin typeface="Microsoft Sans Serif" pitchFamily="34" charset="0"/>
                <a:cs typeface="Microsoft Sans Serif" pitchFamily="34" charset="0"/>
              </a:rPr>
              <a:t>Ahmad Bhat</a:t>
            </a:r>
          </a:p>
          <a:p>
            <a:pPr algn="ctr"/>
            <a:endParaRPr lang="en-GB" sz="2000" b="1" dirty="0">
              <a:latin typeface="Microsoft Sans Serif" pitchFamily="34" charset="0"/>
              <a:cs typeface="Microsoft Sans Serif" pitchFamily="34" charset="0"/>
            </a:endParaRPr>
          </a:p>
          <a:p>
            <a:pPr algn="ctr"/>
            <a:r>
              <a:rPr lang="en-GB" sz="2000" b="1" dirty="0">
                <a:latin typeface="Microsoft Sans Serif" pitchFamily="34" charset="0"/>
                <a:cs typeface="Microsoft Sans Serif" pitchFamily="34" charset="0"/>
              </a:rPr>
              <a:t>Assistant Professor</a:t>
            </a:r>
          </a:p>
          <a:p>
            <a:pPr algn="ctr"/>
            <a:r>
              <a:rPr lang="en-GB" sz="2000" b="1" dirty="0">
                <a:latin typeface="Microsoft Sans Serif" pitchFamily="34" charset="0"/>
                <a:cs typeface="Microsoft Sans Serif" pitchFamily="34" charset="0"/>
              </a:rPr>
              <a:t>School of Computer Science</a:t>
            </a:r>
          </a:p>
          <a:p>
            <a:pPr algn="ctr"/>
            <a:r>
              <a:rPr lang="en-GB" sz="2000" b="1" dirty="0">
                <a:latin typeface="Microsoft Sans Serif" pitchFamily="34" charset="0"/>
                <a:cs typeface="Microsoft Sans Serif" pitchFamily="34" charset="0"/>
              </a:rPr>
              <a:t>University of Petroleum and Energy Studies</a:t>
            </a:r>
          </a:p>
        </p:txBody>
      </p:sp>
      <p:pic>
        <p:nvPicPr>
          <p:cNvPr id="5" name="Picture 4" descr="A colorful logo with a white background&#10;&#10;Description automatically generated">
            <a:extLst>
              <a:ext uri="{FF2B5EF4-FFF2-40B4-BE49-F238E27FC236}">
                <a16:creationId xmlns:a16="http://schemas.microsoft.com/office/drawing/2014/main" id="{C82953F9-BE01-3009-6A6C-806484F363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437" y="3505200"/>
            <a:ext cx="2143125" cy="16811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325DAB9-5700-45D9-865C-2AA9F7943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71600"/>
            <a:ext cx="8229599" cy="4876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596E2EE-4044-9473-E65A-C8A39197FBB3}"/>
              </a:ext>
            </a:extLst>
          </p:cNvPr>
          <p:cNvSpPr txBox="1"/>
          <p:nvPr/>
        </p:nvSpPr>
        <p:spPr>
          <a:xfrm>
            <a:off x="762000" y="392668"/>
            <a:ext cx="80039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Fault Handling (replacement) Algorithms:</a:t>
            </a:r>
          </a:p>
        </p:txBody>
      </p:sp>
    </p:spTree>
    <p:extLst>
      <p:ext uri="{BB962C8B-B14F-4D97-AF65-F5344CB8AC3E}">
        <p14:creationId xmlns:p14="http://schemas.microsoft.com/office/powerpoint/2010/main" val="2774150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596E2EE-4044-9473-E65A-C8A39197FBB3}"/>
              </a:ext>
            </a:extLst>
          </p:cNvPr>
          <p:cNvSpPr txBox="1"/>
          <p:nvPr/>
        </p:nvSpPr>
        <p:spPr>
          <a:xfrm>
            <a:off x="762000" y="76200"/>
            <a:ext cx="52932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 Algorithms: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92F034-0AF1-8241-7F20-C1E0CF12B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609600"/>
            <a:ext cx="7029878" cy="53223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70178D-BE97-4957-D501-7AC699FBE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943600"/>
            <a:ext cx="8305800" cy="71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60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F8E206-5842-45FD-82DF-C28A96781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71303"/>
            <a:ext cx="8382000" cy="456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625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4E8FE8-4FBC-A6CA-DB9E-89FEA454D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1000"/>
            <a:ext cx="838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9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CED5A9-3C64-76AD-9B4A-89A7FB9B4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90601"/>
            <a:ext cx="8381999" cy="36911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455929-A0AC-4C47-9FC3-E6A62DE31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953000"/>
            <a:ext cx="3733800" cy="60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873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968114-AD68-E104-CB8C-56454A270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09600"/>
            <a:ext cx="8534399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901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27B509-0828-5ED3-7E08-027E421F0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28600"/>
            <a:ext cx="6705600" cy="3200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F68C78-93BD-594B-43FC-4A428E90D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046" y="3581401"/>
            <a:ext cx="5632554" cy="304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0B85E7-1325-5256-EA06-DF80BC5BA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136" y="3429000"/>
            <a:ext cx="2619464" cy="302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993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9E46F5-FD86-8A6F-A194-AFE098BB6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143000"/>
            <a:ext cx="8458200" cy="3338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428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11726A-A8F7-828E-B9E9-CB3B845C4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8534400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370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688278-8AE0-6C94-B6ED-DC4953109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143001"/>
            <a:ext cx="8382000" cy="331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016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F645D8-1505-9B69-2B28-BC573DA35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2400"/>
            <a:ext cx="8686800" cy="4267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506D3B-DED2-82ED-08F1-CCDFCD81F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1" y="4648200"/>
            <a:ext cx="4953212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888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63942D-CD43-AAEE-EABA-62BB80F60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762000"/>
            <a:ext cx="8382000" cy="41626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2AAF37-8DC8-E4F4-AF0D-386246472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4800600"/>
            <a:ext cx="5486400" cy="190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43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1E7821-1168-5A0D-9CC5-75EE8A302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04800"/>
            <a:ext cx="8382000" cy="26909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4F1B21-6DAC-4217-5F27-60B60C735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124200"/>
            <a:ext cx="85344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337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8AF1C4-5884-4C5A-72C5-90D308E47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4958051" cy="5572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0ED0C7-1A57-C441-B3F1-49876BF15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8001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151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95BA00-57C3-B36B-CA4C-78F5A9D93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86193"/>
            <a:ext cx="6781800" cy="17426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62F7D4-A92B-FE59-6570-8CD791E0F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90" y="1942435"/>
            <a:ext cx="8110410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500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95BA00-57C3-B36B-CA4C-78F5A9D93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86193"/>
            <a:ext cx="6781800" cy="17426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B0F6C8-59D2-225B-B786-083F0562B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528762"/>
            <a:ext cx="8458200" cy="288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444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CEA753-B6BD-1907-9518-A1693AD01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533400"/>
            <a:ext cx="8305800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822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981FF4-B818-B1FA-4AE9-A40FFC58E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4800"/>
            <a:ext cx="8077200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0643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BF3AAF-2090-A01E-F15A-DD5F87B43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57200"/>
            <a:ext cx="80772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740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3B728C-A519-93B6-E8ED-8E453397B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4800"/>
            <a:ext cx="8229600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706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5C230DC-7785-2FCD-02C4-73262F8A5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752600"/>
            <a:ext cx="8229600" cy="259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070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5F9D6C-D506-8D9C-E4AB-425EA5F7A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Segmentation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2B61BE-6409-594B-63D7-077ADA05A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638"/>
            <a:ext cx="7848600" cy="36877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9C6E7E-C6D0-8BD6-A787-85E288E7E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105400"/>
            <a:ext cx="5029200" cy="50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5578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B31D6E6-F31D-D15E-BA06-9723D80F4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33400"/>
            <a:ext cx="807720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668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12C79A-4F68-F098-F8D4-3C3F5EC90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04800"/>
            <a:ext cx="754379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1886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0B490C-5D79-8EAA-AE92-42BBB4BEF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04800"/>
            <a:ext cx="6705600" cy="182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EC7C04-818B-4253-1257-FA74E7BBF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2223749"/>
            <a:ext cx="3505200" cy="440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255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098956-7DCD-BD4E-FD5C-C018AEAD0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81000"/>
            <a:ext cx="8153399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047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0F3522-052A-ABDE-82F9-55B85EADD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04800"/>
            <a:ext cx="8229600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0472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8C5B66-BEB7-D7B9-9BB6-DB11D7798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2400"/>
            <a:ext cx="80772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0565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C589B8-C953-0850-028E-D6F1FFCB5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1000"/>
            <a:ext cx="8229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7961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2F4AB6-AE24-D25F-F896-4CCB33470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1000"/>
            <a:ext cx="7848600" cy="6095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A969FE-4FD3-2753-9810-6B557943561F}"/>
              </a:ext>
            </a:extLst>
          </p:cNvPr>
          <p:cNvSpPr txBox="1"/>
          <p:nvPr/>
        </p:nvSpPr>
        <p:spPr>
          <a:xfrm>
            <a:off x="3810000" y="5638800"/>
            <a:ext cx="36615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Calculate the Physical Address,</a:t>
            </a:r>
          </a:p>
          <a:p>
            <a:r>
              <a:rPr lang="en-IN" dirty="0">
                <a:solidFill>
                  <a:srgbClr val="FF0000"/>
                </a:solidFill>
              </a:rPr>
              <a:t> if no trap is produced.</a:t>
            </a:r>
          </a:p>
        </p:txBody>
      </p:sp>
    </p:spTree>
    <p:extLst>
      <p:ext uri="{BB962C8B-B14F-4D97-AF65-F5344CB8AC3E}">
        <p14:creationId xmlns:p14="http://schemas.microsoft.com/office/powerpoint/2010/main" val="310501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3BACF3-0A0C-F95C-1C9B-ECFB316EC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381000"/>
            <a:ext cx="7848599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9750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3385A4-6C57-DDF0-288D-042A4C619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09600"/>
            <a:ext cx="7924800" cy="579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6816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9707C4-91DF-1E0A-B932-C1AAEC491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81000"/>
            <a:ext cx="7924799" cy="601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0134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BB0E18-FA35-1901-EDC7-3EE89AF97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8153400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8963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33228D-31D0-3342-FA21-1E20B89B3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777239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9690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402926-FFFD-522B-2D93-3081BD43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0000"/>
                </a:solidFill>
              </a:rPr>
              <a:t>Segmented Paging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647E3A-9445-43E0-040F-A040EA732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8458199" cy="544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9619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2C7F42E-CB27-877E-274D-487132E55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1000"/>
            <a:ext cx="7315200" cy="304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9F1BD2-717B-8B3B-8E36-632ED70F6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2590800"/>
            <a:ext cx="70866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9893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D4E7A2-F800-8856-3AB8-2C39AFFB7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2400"/>
            <a:ext cx="8458200" cy="6477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955BE4-4492-66D4-CB06-AC1146FFB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4495800"/>
            <a:ext cx="5048955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3312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66E553-FB93-99E9-92A4-4D4C8F5C0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57200"/>
            <a:ext cx="8153400" cy="609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2410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0404EE-AC42-5FC4-19E6-485767B88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81000"/>
            <a:ext cx="8153400" cy="609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3671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s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219200"/>
            <a:ext cx="8001000" cy="3962400"/>
          </a:xfr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download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6400" y="457200"/>
            <a:ext cx="5638800" cy="5486400"/>
          </a:xfr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9452</TotalTime>
  <Words>48</Words>
  <Application>Microsoft Office PowerPoint</Application>
  <PresentationFormat>On-screen Show (4:3)</PresentationFormat>
  <Paragraphs>13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Lucida Sans Unicode</vt:lpstr>
      <vt:lpstr>Microsoft Sans Serif</vt:lpstr>
      <vt:lpstr>Times New Roman</vt:lpstr>
      <vt:lpstr>Verdana</vt:lpstr>
      <vt:lpstr>Wingdings 2</vt:lpstr>
      <vt:lpstr>Wingdings 3</vt:lpstr>
      <vt:lpstr>Concourse</vt:lpstr>
      <vt:lpstr>Memory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Segmentation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Segmented Paging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SEPARABLE REVERSIBLE DATA HIDING IN ENCRYPTED IMAGE</dc:title>
  <dc:creator>Nadeem</dc:creator>
  <cp:lastModifiedBy>Khursheed Ahmad Bhat</cp:lastModifiedBy>
  <cp:revision>376</cp:revision>
  <dcterms:created xsi:type="dcterms:W3CDTF">2013-03-01T01:22:51Z</dcterms:created>
  <dcterms:modified xsi:type="dcterms:W3CDTF">2025-11-28T13:09:37Z</dcterms:modified>
</cp:coreProperties>
</file>