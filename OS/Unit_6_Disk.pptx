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07" r:id="rId3"/>
    <p:sldId id="447" r:id="rId4"/>
    <p:sldId id="448" r:id="rId5"/>
    <p:sldId id="449" r:id="rId6"/>
    <p:sldId id="450" r:id="rId7"/>
    <p:sldId id="451" r:id="rId8"/>
    <p:sldId id="409" r:id="rId9"/>
    <p:sldId id="410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462" r:id="rId21"/>
    <p:sldId id="463" r:id="rId22"/>
    <p:sldId id="464" r:id="rId23"/>
    <p:sldId id="465" r:id="rId24"/>
    <p:sldId id="466" r:id="rId25"/>
    <p:sldId id="467" r:id="rId26"/>
    <p:sldId id="468" r:id="rId27"/>
    <p:sldId id="469" r:id="rId28"/>
    <p:sldId id="452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0" r:id="rId39"/>
    <p:sldId id="431" r:id="rId40"/>
    <p:sldId id="432" r:id="rId41"/>
    <p:sldId id="433" r:id="rId42"/>
    <p:sldId id="434" r:id="rId43"/>
    <p:sldId id="435" r:id="rId44"/>
    <p:sldId id="436" r:id="rId45"/>
    <p:sldId id="438" r:id="rId46"/>
    <p:sldId id="453" r:id="rId47"/>
    <p:sldId id="454" r:id="rId48"/>
    <p:sldId id="455" r:id="rId49"/>
    <p:sldId id="456" r:id="rId50"/>
    <p:sldId id="457" r:id="rId51"/>
    <p:sldId id="458" r:id="rId52"/>
    <p:sldId id="459" r:id="rId53"/>
    <p:sldId id="460" r:id="rId54"/>
    <p:sldId id="461" r:id="rId55"/>
    <p:sldId id="470" r:id="rId56"/>
    <p:sldId id="267" r:id="rId57"/>
    <p:sldId id="26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339933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sheed Ahmad Bhat" userId="232bc352-bcff-4a75-8c0b-1fe79367188f" providerId="ADAL" clId="{42F10341-435F-4CEC-8E61-EB0C81DB13B6}"/>
    <pc:docChg chg="modSld">
      <pc:chgData name="Khursheed Ahmad Bhat" userId="232bc352-bcff-4a75-8c0b-1fe79367188f" providerId="ADAL" clId="{42F10341-435F-4CEC-8E61-EB0C81DB13B6}" dt="2025-12-03T15:48:47.033" v="46" actId="207"/>
      <pc:docMkLst>
        <pc:docMk/>
      </pc:docMkLst>
      <pc:sldChg chg="modSp mod">
        <pc:chgData name="Khursheed Ahmad Bhat" userId="232bc352-bcff-4a75-8c0b-1fe79367188f" providerId="ADAL" clId="{42F10341-435F-4CEC-8E61-EB0C81DB13B6}" dt="2025-12-03T15:48:47.033" v="46" actId="207"/>
        <pc:sldMkLst>
          <pc:docMk/>
          <pc:sldMk cId="0" sldId="256"/>
        </pc:sldMkLst>
        <pc:spChg chg="mod">
          <ac:chgData name="Khursheed Ahmad Bhat" userId="232bc352-bcff-4a75-8c0b-1fe79367188f" providerId="ADAL" clId="{42F10341-435F-4CEC-8E61-EB0C81DB13B6}" dt="2025-12-03T15:48:47.033" v="46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hursheed Ahmad Bhat" userId="232bc352-bcff-4a75-8c0b-1fe79367188f" providerId="ADAL" clId="{42F10341-435F-4CEC-8E61-EB0C81DB13B6}" dt="2025-12-03T03:37:57.436" v="19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839200" cy="106680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cs typeface="Microsoft Sans Serif" pitchFamily="34" charset="0"/>
              </a:rPr>
              <a:t>I/O Management</a:t>
            </a:r>
            <a:br>
              <a:rPr lang="en-GB" sz="2400" dirty="0">
                <a:cs typeface="Microsoft Sans Serif" pitchFamily="34" charset="0"/>
              </a:rPr>
            </a:br>
            <a:r>
              <a:rPr lang="en-GB" sz="2400" dirty="0">
                <a:solidFill>
                  <a:srgbClr val="FF0000"/>
                </a:solidFill>
                <a:cs typeface="Microsoft Sans Serif" pitchFamily="34" charset="0"/>
              </a:rPr>
              <a:t>Disk Scheduling</a:t>
            </a:r>
            <a:endParaRPr lang="en-US" sz="4000" dirty="0">
              <a:solidFill>
                <a:srgbClr val="FF0000"/>
              </a:solidFill>
              <a:cs typeface="Microsoft Sans Serif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1355360"/>
            <a:ext cx="7772400" cy="3276600"/>
          </a:xfrm>
        </p:spPr>
        <p:txBody>
          <a:bodyPr>
            <a:normAutofit/>
          </a:bodyPr>
          <a:lstStyle/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Presented By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Khursheed Ahmad Bhat</a:t>
            </a:r>
          </a:p>
          <a:p>
            <a:pPr algn="ctr"/>
            <a:endParaRPr lang="en-GB" sz="2000" b="1" dirty="0">
              <a:latin typeface="Microsoft Sans Serif" pitchFamily="34" charset="0"/>
              <a:cs typeface="Microsoft Sans Serif" pitchFamily="34" charset="0"/>
            </a:endParaRP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Assistant Professor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School of Computer Science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University of Petroleum and Energy Studies</a:t>
            </a:r>
          </a:p>
        </p:txBody>
      </p:sp>
      <p:pic>
        <p:nvPicPr>
          <p:cNvPr id="5" name="Picture 4" descr="A colorful logo with a white background&#10;&#10;Description automatically generated">
            <a:extLst>
              <a:ext uri="{FF2B5EF4-FFF2-40B4-BE49-F238E27FC236}">
                <a16:creationId xmlns:a16="http://schemas.microsoft.com/office/drawing/2014/main" id="{C82953F9-BE01-3009-6A6C-806484F36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37" y="3505200"/>
            <a:ext cx="2143125" cy="1681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596E2EE-4044-9473-E65A-C8A39197FBB3}"/>
              </a:ext>
            </a:extLst>
          </p:cNvPr>
          <p:cNvSpPr txBox="1"/>
          <p:nvPr/>
        </p:nvSpPr>
        <p:spPr>
          <a:xfrm>
            <a:off x="533400" y="152400"/>
            <a:ext cx="2728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Disk: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AD12F-389E-1DC4-FF6F-ADDDE2D2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0772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5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D5DA4D-7525-F9B4-870E-1306D0232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4800"/>
            <a:ext cx="63246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8359D-2A03-1AB7-7F25-0E4F62E2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047" y="3200400"/>
            <a:ext cx="3600953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6D9720-B6BF-B44E-0911-623777A9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7315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7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913BF-4583-DA02-BDF0-1C6B4A22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457200"/>
            <a:ext cx="5839182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6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75408-3B9E-1840-F66D-7AFAF7965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7924800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43002-39C1-4CCA-B03A-14DA3BEF9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67818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5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E7328-6588-B4CE-D13C-22464E6B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71500"/>
            <a:ext cx="7924800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2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422A9E-612F-EC0A-38DA-9D25EC002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7200"/>
            <a:ext cx="8077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6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B4448F-3476-4266-3626-19755C8E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7924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2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A8385D-6E5B-59A3-4BEE-BA99203A6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8001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E8D0A-DB25-29A2-85F7-58364533C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077199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73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8A3306-C549-FF7A-A349-6790ED93F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400"/>
            <a:ext cx="86106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0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D7A346-9EAA-0E64-788E-D7A8AD0DD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382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93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40E10-993D-6B43-8FF6-93D0A229E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1"/>
            <a:ext cx="8610600" cy="35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532913-5929-F486-2F10-A24959D80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5344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70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81EB92-A7AE-9CEE-DD91-BFB853987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16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01E81-EC05-FD6F-6B06-D2924634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6106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88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43C304-C857-B21C-D37F-83D36729F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382000" cy="17574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2A7674-FD4A-FF57-4D8C-8517243D2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47800"/>
            <a:ext cx="838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3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3B0AE-16C4-0A6C-3A61-841E7D99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8382000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37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34E406-CCB6-570B-FA0B-203E1B7C6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26670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6AFD7-18A4-95B8-F686-A28F4E45E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6800"/>
            <a:ext cx="8305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51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4DB35-5054-9582-9C03-E452FFC7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8305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14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81D95D-B07E-195A-0DBD-55D62FA85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11430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A8BB64-C935-F97E-E828-B5F7C689E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5800"/>
            <a:ext cx="8001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99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D7ACA0-D87A-1F3B-348D-C053DB741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6934200" cy="297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2ABB2D-DF69-9040-30D6-6283F344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24178"/>
            <a:ext cx="2943636" cy="485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2C68B-431C-B8E6-54D0-1E417E96F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57578"/>
            <a:ext cx="3657600" cy="2848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6C95BC-CAB7-511E-F222-87120A56C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4447988"/>
            <a:ext cx="3962398" cy="17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52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C1F3F9-E750-D8D5-520A-B9D81D1AB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4267200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CEB75D-E5DF-600E-EEF3-DCEA2BE49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80" y="3209851"/>
            <a:ext cx="1951220" cy="136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31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890EA-5811-1057-6E23-FA764C68E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4495800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EDF9E1-8888-8668-7728-9122373E5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133600"/>
            <a:ext cx="5410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32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E06EE6-4974-36A5-EBDB-454715DF4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5105400" cy="259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49741-4A50-9A58-40CB-93A386213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76600"/>
            <a:ext cx="6934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29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9BAE8-AAB9-192F-5902-07ED712F1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8229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08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0D1ECA-4025-9403-AA2E-DA74F8F2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57150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085599-6B61-EE65-0717-C80E653E3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57600"/>
            <a:ext cx="3429000" cy="114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838A45-80EA-4AE9-A8C8-B30CE63AE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4495800"/>
            <a:ext cx="47244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84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E4383-F7D2-7C67-B546-99D202D5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Disk Scheduling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FE632-7F99-379F-E8FF-0320B9E12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1"/>
            <a:ext cx="83058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05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4860E-7249-1A04-EF38-B7EA2EFCB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12" y="381000"/>
            <a:ext cx="6062988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00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517C39-DFF2-A315-63CE-5802F198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1000"/>
            <a:ext cx="80772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44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00A8D-8BDB-8AFA-86B5-BEA2D95C1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76400"/>
            <a:ext cx="8458200" cy="38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22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9FA77C-6A48-70A3-7F5E-C236B248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8229600" cy="5486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4A654F-BB1B-113F-4908-FE10B9A7C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91200"/>
            <a:ext cx="3048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64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56CE7-41A0-D386-EBCF-0C5707FD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8686799" cy="67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40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636A46-7977-E301-A7CC-AD5616E5A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96" y="457019"/>
            <a:ext cx="6115904" cy="1295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AB15F4-E856-54C5-82E7-FF224DC1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24" y="2343084"/>
            <a:ext cx="8928176" cy="169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06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13751-CBE1-131D-F518-826F0FE24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381999" cy="5411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3982E-1FFD-4FAE-C94B-9C859236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564087"/>
            <a:ext cx="3048000" cy="98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07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2CAA0C-826B-B01D-F6DB-C51539688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8610600" cy="395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57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F1230-352D-6EDE-0D0D-849F6E0D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8458199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6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83EC16-2BCE-85E0-1630-BD9668CF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0"/>
            <a:ext cx="853439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88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F72116-0797-3545-5ADD-EDD7C513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90600"/>
            <a:ext cx="8610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25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51D1E5-203A-DAE6-B1AF-7C4B55966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5800"/>
            <a:ext cx="8610599" cy="395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47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DDE6D-7CD6-72CF-4DBE-C2E09A1A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8382000" cy="529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47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6F08EA-793A-7B39-91FA-E4F1C878A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"/>
            <a:ext cx="8229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56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B5479-13B5-76ED-0EFB-AEF3C3F3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610600" cy="3090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79753A-6EA8-9697-FE4C-C0ADC08B9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43396"/>
            <a:ext cx="6934200" cy="34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96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B1488-2497-7C7D-A62A-4E1A77753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57183"/>
            <a:ext cx="8382000" cy="354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5DE0B-B16A-5328-47AF-02E895D89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8305800" cy="518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AD384-8CBA-0042-C2B5-929CB230B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334000"/>
            <a:ext cx="2895600" cy="1209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9A92A4-470B-498E-DAE3-31940BAEB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921" y="5181601"/>
            <a:ext cx="342947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75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07509F-92E0-21FD-8AE9-DA5CC6450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8001000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1679D4-669B-0D69-9366-FD23D1BBF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81400"/>
            <a:ext cx="8001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976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2E50A-EF2C-B44D-053F-A859913D9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09600"/>
            <a:ext cx="8382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377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6163FF-ADF5-B7ED-235D-A825D3AC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90600"/>
            <a:ext cx="8534400" cy="340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81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60CF4-7E0A-5967-BF61-1ADCAC6B6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077200" cy="403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D39F4F-1A27-C1E9-F381-505311CC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48200"/>
            <a:ext cx="70104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510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97BEE2-4312-2C30-5D4F-A70F0F9C6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81534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E4ED19-07F8-F50D-B06D-289FCD00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00203"/>
            <a:ext cx="1428949" cy="352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0EC24F-CD9E-E023-0F51-58638BE60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98830"/>
            <a:ext cx="7848600" cy="16399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3BB7B3-E411-95AC-2511-CF2C1BF06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803" y="5784952"/>
            <a:ext cx="1695687" cy="3429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1FFFCF-743F-D5C2-A0B0-53D19A59E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6019799"/>
            <a:ext cx="4267200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71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2466AC-4DE6-0669-E417-90A2EA59F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1"/>
            <a:ext cx="8534400" cy="36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79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FE12C1-5CB4-CCFE-B8B8-C412387C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382000" cy="4544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4A2ED-95FA-00AD-6B88-4F0C00F9B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128" y="4572000"/>
            <a:ext cx="624927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76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16AC4-A1A5-F4C7-740F-C718BE9F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9200"/>
            <a:ext cx="8610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7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E95D05-255A-AD26-2810-F2B2AF79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458199" cy="4381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A98308-832E-81DA-B022-0181A545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40372"/>
            <a:ext cx="7467600" cy="183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093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099B27-A4F4-8C4A-5D7C-D82622296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disk request sequence for a disk with 100 tracks (starting from 0 to 99) 45, 21, 67, 90, 4, 50, 89, 52, 61, 87, 25. Head pointer starting at 50 and moving in left direction. Find the number of head movements in cylinders using: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FCFS scheduling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SST Scheduling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Scheduling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C-SCAN Scheduling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Scheduling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C-LOOK Scheduling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A8099-AEE8-5C50-725A-1BD934C7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Problem:</a:t>
            </a:r>
          </a:p>
        </p:txBody>
      </p:sp>
    </p:spTree>
    <p:extLst>
      <p:ext uri="{BB962C8B-B14F-4D97-AF65-F5344CB8AC3E}">
        <p14:creationId xmlns:p14="http://schemas.microsoft.com/office/powerpoint/2010/main" val="3991990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19200"/>
            <a:ext cx="8001000" cy="3962400"/>
          </a:xfr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ownloa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457200"/>
            <a:ext cx="5638800" cy="54864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10122</TotalTime>
  <Words>107</Words>
  <Application>Microsoft Office PowerPoint</Application>
  <PresentationFormat>On-screen Show (4:3)</PresentationFormat>
  <Paragraphs>17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Lucida Sans Unicode</vt:lpstr>
      <vt:lpstr>Microsoft Sans Serif</vt:lpstr>
      <vt:lpstr>Times New Roman</vt:lpstr>
      <vt:lpstr>Verdana</vt:lpstr>
      <vt:lpstr>Wingdings 2</vt:lpstr>
      <vt:lpstr>Wingdings 3</vt:lpstr>
      <vt:lpstr>Concourse</vt:lpstr>
      <vt:lpstr>I/O Management Disk 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Disk 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Problem: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SEPARABLE REVERSIBLE DATA HIDING IN ENCRYPTED IMAGE</dc:title>
  <dc:creator>Nadeem</dc:creator>
  <cp:lastModifiedBy>Khursheed Ahmad Bhat</cp:lastModifiedBy>
  <cp:revision>395</cp:revision>
  <dcterms:created xsi:type="dcterms:W3CDTF">2013-03-01T01:22:51Z</dcterms:created>
  <dcterms:modified xsi:type="dcterms:W3CDTF">2025-12-03T15:48:51Z</dcterms:modified>
</cp:coreProperties>
</file>