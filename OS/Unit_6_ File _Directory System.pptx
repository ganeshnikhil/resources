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49" r:id="rId3"/>
    <p:sldId id="448" r:id="rId4"/>
    <p:sldId id="451" r:id="rId5"/>
    <p:sldId id="452" r:id="rId6"/>
    <p:sldId id="453" r:id="rId7"/>
    <p:sldId id="454" r:id="rId8"/>
    <p:sldId id="455" r:id="rId9"/>
    <p:sldId id="456" r:id="rId10"/>
    <p:sldId id="457" r:id="rId11"/>
    <p:sldId id="458" r:id="rId12"/>
    <p:sldId id="459" r:id="rId13"/>
    <p:sldId id="460" r:id="rId14"/>
    <p:sldId id="461" r:id="rId15"/>
    <p:sldId id="462" r:id="rId16"/>
    <p:sldId id="463" r:id="rId17"/>
    <p:sldId id="464" r:id="rId18"/>
    <p:sldId id="465" r:id="rId19"/>
    <p:sldId id="466" r:id="rId20"/>
    <p:sldId id="467" r:id="rId21"/>
    <p:sldId id="468" r:id="rId22"/>
    <p:sldId id="469" r:id="rId23"/>
    <p:sldId id="470" r:id="rId24"/>
    <p:sldId id="471" r:id="rId25"/>
    <p:sldId id="472" r:id="rId26"/>
    <p:sldId id="473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481" r:id="rId35"/>
    <p:sldId id="482" r:id="rId36"/>
    <p:sldId id="483" r:id="rId37"/>
    <p:sldId id="484" r:id="rId38"/>
    <p:sldId id="485" r:id="rId39"/>
    <p:sldId id="486" r:id="rId40"/>
    <p:sldId id="487" r:id="rId41"/>
    <p:sldId id="488" r:id="rId42"/>
    <p:sldId id="489" r:id="rId43"/>
    <p:sldId id="267" r:id="rId44"/>
    <p:sldId id="268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39933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sheed Ahmad Bhat" userId="232bc352-bcff-4a75-8c0b-1fe79367188f" providerId="ADAL" clId="{42F10341-435F-4CEC-8E61-EB0C81DB13B6}"/>
    <pc:docChg chg="modSld">
      <pc:chgData name="Khursheed Ahmad Bhat" userId="232bc352-bcff-4a75-8c0b-1fe79367188f" providerId="ADAL" clId="{42F10341-435F-4CEC-8E61-EB0C81DB13B6}" dt="2025-12-05T06:55:41.531" v="25" actId="20577"/>
      <pc:docMkLst>
        <pc:docMk/>
      </pc:docMkLst>
      <pc:sldChg chg="modSp mod">
        <pc:chgData name="Khursheed Ahmad Bhat" userId="232bc352-bcff-4a75-8c0b-1fe79367188f" providerId="ADAL" clId="{42F10341-435F-4CEC-8E61-EB0C81DB13B6}" dt="2025-12-05T06:55:41.531" v="25" actId="20577"/>
        <pc:sldMkLst>
          <pc:docMk/>
          <pc:sldMk cId="0" sldId="256"/>
        </pc:sldMkLst>
        <pc:spChg chg="mod">
          <ac:chgData name="Khursheed Ahmad Bhat" userId="232bc352-bcff-4a75-8c0b-1fe79367188f" providerId="ADAL" clId="{42F10341-435F-4CEC-8E61-EB0C81DB13B6}" dt="2025-12-05T06:55:41.531" v="2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839200" cy="106680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cs typeface="Microsoft Sans Serif" pitchFamily="34" charset="0"/>
              </a:rPr>
              <a:t>I/O Management</a:t>
            </a:r>
            <a:endParaRPr lang="en-US" sz="4000" dirty="0">
              <a:cs typeface="Microsoft Sans Serif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1355360"/>
            <a:ext cx="7772400" cy="3276600"/>
          </a:xfrm>
        </p:spPr>
        <p:txBody>
          <a:bodyPr>
            <a:normAutofit/>
          </a:bodyPr>
          <a:lstStyle/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Presented By</a:t>
            </a:r>
          </a:p>
          <a:p>
            <a:pPr algn="ctr"/>
            <a:r>
              <a:rPr lang="en-GB" sz="2000" b="1">
                <a:latin typeface="Microsoft Sans Serif" pitchFamily="34" charset="0"/>
                <a:cs typeface="Microsoft Sans Serif" pitchFamily="34" charset="0"/>
              </a:rPr>
              <a:t>Khursheed Ahmad Bhat</a:t>
            </a:r>
            <a:endParaRPr lang="en-GB" sz="2000" b="1" dirty="0">
              <a:latin typeface="Microsoft Sans Serif" pitchFamily="34" charset="0"/>
              <a:cs typeface="Microsoft Sans Serif" pitchFamily="34" charset="0"/>
            </a:endParaRPr>
          </a:p>
          <a:p>
            <a:pPr algn="ctr"/>
            <a:endParaRPr lang="en-GB" sz="2000" b="1" dirty="0">
              <a:latin typeface="Microsoft Sans Serif" pitchFamily="34" charset="0"/>
              <a:cs typeface="Microsoft Sans Serif" pitchFamily="34" charset="0"/>
            </a:endParaRP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Assistant Professor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School of Computer Science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University of Petroleum and Energy Studies</a:t>
            </a:r>
          </a:p>
        </p:txBody>
      </p:sp>
      <p:pic>
        <p:nvPicPr>
          <p:cNvPr id="5" name="Picture 4" descr="A colorful logo with a white background&#10;&#10;Description automatically generated">
            <a:extLst>
              <a:ext uri="{FF2B5EF4-FFF2-40B4-BE49-F238E27FC236}">
                <a16:creationId xmlns:a16="http://schemas.microsoft.com/office/drawing/2014/main" id="{C82953F9-BE01-3009-6A6C-806484F36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7" y="3505200"/>
            <a:ext cx="2143125" cy="1681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2E324-8A06-F30E-CE7A-107798966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is a named collection of related information that is recorded on secondary storage such as magnetic disks, magnetic tapes and optical disks. In general, a file is a sequence of bits, bytes, lines or records whose meaning is defined by the files creator and user.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can be defined as a data structure which stores the sequence of records. Files are stored in a file system, which may exist on a disk or in the main memory. Files can be simple (plain text) or complex (specially-formatted).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of files is known as Directory. The collection of directories at the different levels, is known as File System.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0D0C4A-B81F-79B5-317D-0FD9B41E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System:</a:t>
            </a:r>
            <a:b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8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E8A177-94B7-1CAC-CE84-1D66ABB6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"/>
            <a:ext cx="7239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6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EAB82-023D-4B10-E923-C23A00E4B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00"/>
            <a:ext cx="7010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6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0B1ACF-D84E-9108-EDDE-F5A4A4D5C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8229600" cy="198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0FC4AB-B296-780E-9D65-3D1D48E4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38400"/>
            <a:ext cx="8229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051FE0-0033-E4C6-9618-636A1A95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600"/>
            <a:ext cx="8382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18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45D2F-198E-32B8-3FFB-FA773C72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32004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510227-27FF-2EB8-8C03-B9474F52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5" y="1066800"/>
            <a:ext cx="8283315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06671E-ADB7-411B-DF57-8F8E51B1D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0" y="3505200"/>
            <a:ext cx="827582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45D2F-198E-32B8-3FFB-FA773C72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3200400" cy="685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FA6049-0DED-DC9D-0059-1DF5F5972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14400"/>
            <a:ext cx="8382000" cy="17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0D1B7B-E4A9-E95A-6E15-2B69BD1D8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661465"/>
            <a:ext cx="8534400" cy="39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5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45D2F-198E-32B8-3FFB-FA773C72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32004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2E21DB-E9BF-41B1-CA3C-0C9BC10C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90600"/>
            <a:ext cx="845820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E19CE-D312-97F8-9A33-6BE38CAD1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54" y="2895600"/>
            <a:ext cx="4273446" cy="144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8663D9-103E-964A-7E7B-5319637C9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54" y="4495800"/>
            <a:ext cx="442584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8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B3DB2-9A3C-0BBA-E969-26D2211F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3124200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D976DC-CD4F-0597-9FC7-5C3810F4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95400"/>
            <a:ext cx="8001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4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5CA8CE-9FAD-AF9D-76B2-0FD90533F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534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11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24BE1-006F-C0B9-A1AB-D1021DCC7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1184"/>
            <a:ext cx="8686800" cy="3708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5BF07-B8D8-1530-BC90-6FD4E3ACC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546326"/>
            <a:ext cx="2829320" cy="321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DF1D66-A82F-379B-5804-1EC7FED9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5400"/>
            <a:ext cx="8458200" cy="32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4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4507D-5126-9176-B5A2-38379709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8458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0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64F7D1-A040-F014-4E4B-1372468C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1534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10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19E6D-A77B-3303-C460-45DEC3E5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9139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87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BD393F-0F0C-8C98-E18E-6D7D2558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3" y="304800"/>
            <a:ext cx="3143657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71CE09-4FB8-22A6-E573-C19771078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43" y="1143000"/>
            <a:ext cx="824905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40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D945F-E444-7C5D-218C-E1ED0DCD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28194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8F888-9717-44B1-A186-189258C7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8458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7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FC448A-CC16-E578-6EA3-17622786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458200" cy="373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27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3579B-E547-FF7B-8D85-4ED99790D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3657600" cy="68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668AFE-EFB6-9266-84B8-3BFE0F909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19200"/>
            <a:ext cx="83819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92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4DED5C-2B55-1FA8-5BAF-1BFAB015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838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44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AA2EE-1D4C-0F02-4FAA-39AD7BB6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1202"/>
            <a:ext cx="5181600" cy="690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8ADA02-1025-E345-4411-546973C2F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04" y="990600"/>
            <a:ext cx="8618095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5C34E0-A300-18DC-BF66-8B7F409A2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19600"/>
            <a:ext cx="7467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65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AA2EE-1D4C-0F02-4FAA-39AD7BB6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1202"/>
            <a:ext cx="5181600" cy="690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4FE631-8B3C-F6A0-D6F8-6634E22F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19200"/>
            <a:ext cx="7620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46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FB2571-AAFA-19AA-8699-CA3C8B42C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0"/>
            <a:ext cx="2362200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06FC0-1C2D-BB92-4D9E-41503561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3706"/>
            <a:ext cx="8305800" cy="1503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57C17B-F272-BFA8-0EF1-F41056CAC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057400"/>
            <a:ext cx="8342026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6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6FD1D-862D-BD5C-26D6-A371F326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52400"/>
            <a:ext cx="33528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4FD0B4-12D0-C146-D482-C3ED22C0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18" y="1066800"/>
            <a:ext cx="8561882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99A70E-5A04-EDEC-59EB-17427E5C5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124198" y="609601"/>
            <a:ext cx="2971800" cy="815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6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1AE75-A912-62F3-212B-F32884DFB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"/>
            <a:ext cx="8534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85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F1083-F6A9-E5FE-F525-0FB29BC1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28600"/>
            <a:ext cx="3962400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4C6EC-7E13-08B1-140B-FC125B9A8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0"/>
            <a:ext cx="8610600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D1B72D-AA46-0B6C-2D42-D185A3CF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657600"/>
            <a:ext cx="5638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98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A00892-B5E3-A26D-EE58-95559632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4800"/>
            <a:ext cx="7315200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623A6-929C-53FF-5362-91ACC52F6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98" y="1828800"/>
            <a:ext cx="864690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37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C9FE6-5EA8-178C-5E3F-9033D031E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232"/>
            <a:ext cx="3096057" cy="73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9414C3-110A-AF05-150A-E05F83531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800"/>
            <a:ext cx="8229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62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C9FE6-5EA8-178C-5E3F-9033D031E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232"/>
            <a:ext cx="3096057" cy="735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BB8559-CB7A-A99A-43D8-E1FDD484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09601"/>
            <a:ext cx="81534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15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73D866-3C18-9C22-2333-243938EC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29" y="0"/>
            <a:ext cx="3343742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CEBF3-B600-AC9D-3CF7-555BABE1B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09600"/>
            <a:ext cx="8458200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32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9ABE5-AEF1-EA90-4E86-91160C81C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60" y="0"/>
            <a:ext cx="3529239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D9E02-27E7-52B7-C9E4-B7BE662D4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09600"/>
            <a:ext cx="8534400" cy="259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235C8E-0989-C468-71D2-9C093C17C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667000"/>
            <a:ext cx="717654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68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18BD55-B54C-6402-722D-7A46C6C21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86106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78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F9245-9F36-F3D8-4ED7-B6F0BFE7D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41222"/>
            <a:ext cx="2562381" cy="720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9028C0-EA99-E1C8-133D-E76FD29E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1998"/>
            <a:ext cx="8534400" cy="57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18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EB077D-BCC6-4C7A-3749-7D0A10429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1222"/>
            <a:ext cx="3200400" cy="644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8CBB13-FD67-2264-D66B-4C54C4873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38200"/>
            <a:ext cx="8610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58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1AC47-DB3D-6F2E-F40A-040A4FCB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5908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C8D64-979E-A8B3-7EF9-5EF54250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09600"/>
            <a:ext cx="838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22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9EAC5-07AC-07B8-052A-75CFF314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28194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519594-66A3-56DD-A0CA-6206579BA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8083"/>
            <a:ext cx="8382000" cy="2590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B681EB-B5C3-3CED-9711-4F0219CA1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757" y="3124200"/>
            <a:ext cx="3867690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59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DEA4B-0C35-463E-F6CD-62C3EC1E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514600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C6CF86-6E7B-6C73-8900-9B135966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814341"/>
            <a:ext cx="8915400" cy="10906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24B84F-C6BD-C9A8-5102-65C002650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905000"/>
            <a:ext cx="6705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29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7F2A20-AED5-9B10-8D8E-D54D7EC1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971800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A2BDF9-2EF1-10F6-631B-92A8E225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" y="762000"/>
            <a:ext cx="8674308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26629-17FF-44D2-3E30-A1E043070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400"/>
            <a:ext cx="8534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05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7F2A20-AED5-9B10-8D8E-D54D7EC1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9718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40ED9-B68F-DD84-5BA6-A96712CF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62000"/>
            <a:ext cx="8534400" cy="2108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3424D7-18D1-D124-D576-7D9D6B640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870616"/>
            <a:ext cx="4972744" cy="385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9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306A4-83B5-016E-474D-5C23192D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524000" cy="68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24D5C7-9BD1-EAD0-E476-2EA1F77D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85800"/>
            <a:ext cx="8763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306A4-83B5-016E-474D-5C23192D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524000" cy="685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35B30-542D-43DE-177D-1A69CE809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43000"/>
            <a:ext cx="815339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47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19200"/>
            <a:ext cx="8001000" cy="3962400"/>
          </a:xfr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ownloa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457200"/>
            <a:ext cx="5638800" cy="54864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9823</TotalTime>
  <Words>151</Words>
  <Application>Microsoft Office PowerPoint</Application>
  <PresentationFormat>On-screen Show (4:3)</PresentationFormat>
  <Paragraphs>13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Lucida Sans Unicode</vt:lpstr>
      <vt:lpstr>Microsoft Sans Serif</vt:lpstr>
      <vt:lpstr>Times New Roman</vt:lpstr>
      <vt:lpstr>Verdana</vt:lpstr>
      <vt:lpstr>Wingdings 2</vt:lpstr>
      <vt:lpstr>Wingdings 3</vt:lpstr>
      <vt:lpstr>Concourse</vt:lpstr>
      <vt:lpstr>I/O Management</vt:lpstr>
      <vt:lpstr>File System: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SEPARABLE REVERSIBLE DATA HIDING IN ENCRYPTED IMAGE</dc:title>
  <dc:creator>Nadeem</dc:creator>
  <cp:lastModifiedBy>Khursheed Ahmad Bhat</cp:lastModifiedBy>
  <cp:revision>413</cp:revision>
  <dcterms:created xsi:type="dcterms:W3CDTF">2013-03-01T01:22:51Z</dcterms:created>
  <dcterms:modified xsi:type="dcterms:W3CDTF">2025-12-05T06:55:42Z</dcterms:modified>
</cp:coreProperties>
</file>